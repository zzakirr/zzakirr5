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341DF-3EB8-4996-B7B8-2DDC30D09487}" v="1641" dt="2022-03-11T03:31:54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Закир Гаджиев" userId="bf4f42d1f2cbfb27" providerId="Windows Live" clId="Web-{9B4341DF-3EB8-4996-B7B8-2DDC30D09487}"/>
    <pc:docChg chg="addSld modSld">
      <pc:chgData name="Закир Гаджиев" userId="bf4f42d1f2cbfb27" providerId="Windows Live" clId="Web-{9B4341DF-3EB8-4996-B7B8-2DDC30D09487}" dt="2022-03-11T03:31:54.734" v="1639" actId="14100"/>
      <pc:docMkLst>
        <pc:docMk/>
      </pc:docMkLst>
      <pc:sldChg chg="addSp delSp modSp">
        <pc:chgData name="Закир Гаджиев" userId="bf4f42d1f2cbfb27" providerId="Windows Live" clId="Web-{9B4341DF-3EB8-4996-B7B8-2DDC30D09487}" dt="2022-03-10T22:57:46.461" v="15" actId="14100"/>
        <pc:sldMkLst>
          <pc:docMk/>
          <pc:sldMk cId="1351651579" sldId="256"/>
        </pc:sldMkLst>
        <pc:spChg chg="mod">
          <ac:chgData name="Закир Гаджиев" userId="bf4f42d1f2cbfb27" providerId="Windows Live" clId="Web-{9B4341DF-3EB8-4996-B7B8-2DDC30D09487}" dt="2022-03-10T22:56:33.677" v="11" actId="20577"/>
          <ac:spMkLst>
            <pc:docMk/>
            <pc:sldMk cId="1351651579" sldId="256"/>
            <ac:spMk id="2" creationId="{00000000-0000-0000-0000-000000000000}"/>
          </ac:spMkLst>
        </pc:spChg>
        <pc:spChg chg="del">
          <ac:chgData name="Закир Гаджиев" userId="bf4f42d1f2cbfb27" providerId="Windows Live" clId="Web-{9B4341DF-3EB8-4996-B7B8-2DDC30D09487}" dt="2022-03-10T22:57:36.226" v="13"/>
          <ac:spMkLst>
            <pc:docMk/>
            <pc:sldMk cId="1351651579" sldId="256"/>
            <ac:spMk id="3" creationId="{00000000-0000-0000-0000-000000000000}"/>
          </ac:spMkLst>
        </pc:spChg>
        <pc:picChg chg="add mod">
          <ac:chgData name="Закир Гаджиев" userId="bf4f42d1f2cbfb27" providerId="Windows Live" clId="Web-{9B4341DF-3EB8-4996-B7B8-2DDC30D09487}" dt="2022-03-10T22:57:46.461" v="15" actId="14100"/>
          <ac:picMkLst>
            <pc:docMk/>
            <pc:sldMk cId="1351651579" sldId="256"/>
            <ac:picMk id="4" creationId="{77102F7D-B1BC-4DBF-875E-6693716B24D2}"/>
          </ac:picMkLst>
        </pc:picChg>
      </pc:sldChg>
      <pc:sldChg chg="modSp new">
        <pc:chgData name="Закир Гаджиев" userId="bf4f42d1f2cbfb27" providerId="Windows Live" clId="Web-{9B4341DF-3EB8-4996-B7B8-2DDC30D09487}" dt="2022-03-10T23:19:44.732" v="381" actId="20577"/>
        <pc:sldMkLst>
          <pc:docMk/>
          <pc:sldMk cId="1971669172" sldId="257"/>
        </pc:sldMkLst>
        <pc:spChg chg="mod">
          <ac:chgData name="Закир Гаджиев" userId="bf4f42d1f2cbfb27" providerId="Windows Live" clId="Web-{9B4341DF-3EB8-4996-B7B8-2DDC30D09487}" dt="2022-03-10T22:58:35.056" v="30" actId="20577"/>
          <ac:spMkLst>
            <pc:docMk/>
            <pc:sldMk cId="1971669172" sldId="257"/>
            <ac:spMk id="2" creationId="{D1DE3554-D187-45AD-B85F-1749D2738714}"/>
          </ac:spMkLst>
        </pc:spChg>
        <pc:spChg chg="mod">
          <ac:chgData name="Закир Гаджиев" userId="bf4f42d1f2cbfb27" providerId="Windows Live" clId="Web-{9B4341DF-3EB8-4996-B7B8-2DDC30D09487}" dt="2022-03-10T23:19:44.732" v="381" actId="20577"/>
          <ac:spMkLst>
            <pc:docMk/>
            <pc:sldMk cId="1971669172" sldId="257"/>
            <ac:spMk id="3" creationId="{68EA0DE4-CBF3-4871-9D4A-326F77D16316}"/>
          </ac:spMkLst>
        </pc:spChg>
      </pc:sldChg>
      <pc:sldChg chg="addSp delSp modSp new">
        <pc:chgData name="Закир Гаджиев" userId="bf4f42d1f2cbfb27" providerId="Windows Live" clId="Web-{9B4341DF-3EB8-4996-B7B8-2DDC30D09487}" dt="2022-03-10T23:36:13.634" v="387" actId="14100"/>
        <pc:sldMkLst>
          <pc:docMk/>
          <pc:sldMk cId="3182971291" sldId="258"/>
        </pc:sldMkLst>
        <pc:spChg chg="del">
          <ac:chgData name="Закир Гаджиев" userId="bf4f42d1f2cbfb27" providerId="Windows Live" clId="Web-{9B4341DF-3EB8-4996-B7B8-2DDC30D09487}" dt="2022-03-10T23:35:53.524" v="383"/>
          <ac:spMkLst>
            <pc:docMk/>
            <pc:sldMk cId="3182971291" sldId="258"/>
            <ac:spMk id="2" creationId="{FDBD1EC5-C742-4380-B4C5-40A6A0A9945C}"/>
          </ac:spMkLst>
        </pc:spChg>
        <pc:spChg chg="del">
          <ac:chgData name="Закир Гаджиев" userId="bf4f42d1f2cbfb27" providerId="Windows Live" clId="Web-{9B4341DF-3EB8-4996-B7B8-2DDC30D09487}" dt="2022-03-10T23:35:58.884" v="384"/>
          <ac:spMkLst>
            <pc:docMk/>
            <pc:sldMk cId="3182971291" sldId="258"/>
            <ac:spMk id="3" creationId="{1A5836A5-B98D-492F-BF60-9D754FF0E473}"/>
          </ac:spMkLst>
        </pc:spChg>
        <pc:picChg chg="add mod ord">
          <ac:chgData name="Закир Гаджиев" userId="bf4f42d1f2cbfb27" providerId="Windows Live" clId="Web-{9B4341DF-3EB8-4996-B7B8-2DDC30D09487}" dt="2022-03-10T23:36:13.634" v="387" actId="14100"/>
          <ac:picMkLst>
            <pc:docMk/>
            <pc:sldMk cId="3182971291" sldId="258"/>
            <ac:picMk id="4" creationId="{B6B4A597-2241-45B5-9613-6D16ADBA68F4}"/>
          </ac:picMkLst>
        </pc:picChg>
      </pc:sldChg>
      <pc:sldChg chg="modSp new">
        <pc:chgData name="Закир Гаджиев" userId="bf4f42d1f2cbfb27" providerId="Windows Live" clId="Web-{9B4341DF-3EB8-4996-B7B8-2DDC30D09487}" dt="2022-03-10T23:47:09.939" v="645" actId="20577"/>
        <pc:sldMkLst>
          <pc:docMk/>
          <pc:sldMk cId="1288507839" sldId="259"/>
        </pc:sldMkLst>
        <pc:spChg chg="mod">
          <ac:chgData name="Закир Гаджиев" userId="bf4f42d1f2cbfb27" providerId="Windows Live" clId="Web-{9B4341DF-3EB8-4996-B7B8-2DDC30D09487}" dt="2022-03-10T23:37:52.543" v="393" actId="20577"/>
          <ac:spMkLst>
            <pc:docMk/>
            <pc:sldMk cId="1288507839" sldId="259"/>
            <ac:spMk id="2" creationId="{E6E09583-20E8-4676-8A5A-C805E7B920FB}"/>
          </ac:spMkLst>
        </pc:spChg>
        <pc:spChg chg="mod">
          <ac:chgData name="Закир Гаджиев" userId="bf4f42d1f2cbfb27" providerId="Windows Live" clId="Web-{9B4341DF-3EB8-4996-B7B8-2DDC30D09487}" dt="2022-03-10T23:47:09.939" v="645" actId="20577"/>
          <ac:spMkLst>
            <pc:docMk/>
            <pc:sldMk cId="1288507839" sldId="259"/>
            <ac:spMk id="3" creationId="{F553AAB2-F421-4E0B-AE2A-2088B876A809}"/>
          </ac:spMkLst>
        </pc:spChg>
      </pc:sldChg>
      <pc:sldChg chg="addSp delSp modSp new">
        <pc:chgData name="Закир Гаджиев" userId="bf4f42d1f2cbfb27" providerId="Windows Live" clId="Web-{9B4341DF-3EB8-4996-B7B8-2DDC30D09487}" dt="2022-03-11T02:13:54.917" v="1006" actId="14100"/>
        <pc:sldMkLst>
          <pc:docMk/>
          <pc:sldMk cId="726346600" sldId="260"/>
        </pc:sldMkLst>
        <pc:spChg chg="del">
          <ac:chgData name="Закир Гаджиев" userId="bf4f42d1f2cbfb27" providerId="Windows Live" clId="Web-{9B4341DF-3EB8-4996-B7B8-2DDC30D09487}" dt="2022-03-10T23:56:43.723" v="647"/>
          <ac:spMkLst>
            <pc:docMk/>
            <pc:sldMk cId="726346600" sldId="260"/>
            <ac:spMk id="2" creationId="{C8A5B75F-E154-4797-82C7-542F8B6AD2BE}"/>
          </ac:spMkLst>
        </pc:spChg>
        <pc:spChg chg="add del mod">
          <ac:chgData name="Закир Гаджиев" userId="bf4f42d1f2cbfb27" providerId="Windows Live" clId="Web-{9B4341DF-3EB8-4996-B7B8-2DDC30D09487}" dt="2022-03-11T02:13:39.542" v="1002"/>
          <ac:spMkLst>
            <pc:docMk/>
            <pc:sldMk cId="726346600" sldId="260"/>
            <ac:spMk id="3" creationId="{8321EEE6-223D-4363-A26C-E56CF984D373}"/>
          </ac:spMkLst>
        </pc:spChg>
        <pc:spChg chg="del">
          <ac:chgData name="Закир Гаджиев" userId="bf4f42d1f2cbfb27" providerId="Windows Live" clId="Web-{9B4341DF-3EB8-4996-B7B8-2DDC30D09487}" dt="2022-03-10T23:56:49.880" v="648"/>
          <ac:spMkLst>
            <pc:docMk/>
            <pc:sldMk cId="726346600" sldId="260"/>
            <ac:spMk id="3" creationId="{ED2E0027-B416-49D0-AF96-3A7BA5967F3A}"/>
          </ac:spMkLst>
        </pc:spChg>
        <pc:picChg chg="add del mod ord">
          <ac:chgData name="Закир Гаджиев" userId="bf4f42d1f2cbfb27" providerId="Windows Live" clId="Web-{9B4341DF-3EB8-4996-B7B8-2DDC30D09487}" dt="2022-03-11T02:13:32.995" v="1001"/>
          <ac:picMkLst>
            <pc:docMk/>
            <pc:sldMk cId="726346600" sldId="260"/>
            <ac:picMk id="4" creationId="{18465B61-5C18-4D5D-9C0F-0C62C4352491}"/>
          </ac:picMkLst>
        </pc:picChg>
        <pc:picChg chg="add mod ord">
          <ac:chgData name="Закир Гаджиев" userId="bf4f42d1f2cbfb27" providerId="Windows Live" clId="Web-{9B4341DF-3EB8-4996-B7B8-2DDC30D09487}" dt="2022-03-11T02:13:54.917" v="1006" actId="14100"/>
          <ac:picMkLst>
            <pc:docMk/>
            <pc:sldMk cId="726346600" sldId="260"/>
            <ac:picMk id="5" creationId="{AFA3B0F1-AB6C-476C-9D6C-D8642C8718A4}"/>
          </ac:picMkLst>
        </pc:picChg>
      </pc:sldChg>
      <pc:sldChg chg="modSp new">
        <pc:chgData name="Закир Гаджиев" userId="bf4f42d1f2cbfb27" providerId="Windows Live" clId="Web-{9B4341DF-3EB8-4996-B7B8-2DDC30D09487}" dt="2022-03-11T00:18:26.510" v="988" actId="20577"/>
        <pc:sldMkLst>
          <pc:docMk/>
          <pc:sldMk cId="47031176" sldId="261"/>
        </pc:sldMkLst>
        <pc:spChg chg="mod">
          <ac:chgData name="Закир Гаджиев" userId="bf4f42d1f2cbfb27" providerId="Windows Live" clId="Web-{9B4341DF-3EB8-4996-B7B8-2DDC30D09487}" dt="2022-03-10T23:58:46.274" v="657" actId="20577"/>
          <ac:spMkLst>
            <pc:docMk/>
            <pc:sldMk cId="47031176" sldId="261"/>
            <ac:spMk id="2" creationId="{135837CA-C15F-431A-A0E5-4F0D96E072CC}"/>
          </ac:spMkLst>
        </pc:spChg>
        <pc:spChg chg="mod">
          <ac:chgData name="Закир Гаджиев" userId="bf4f42d1f2cbfb27" providerId="Windows Live" clId="Web-{9B4341DF-3EB8-4996-B7B8-2DDC30D09487}" dt="2022-03-11T00:18:26.510" v="988" actId="20577"/>
          <ac:spMkLst>
            <pc:docMk/>
            <pc:sldMk cId="47031176" sldId="261"/>
            <ac:spMk id="3" creationId="{AF61F40E-7D27-41A8-BB21-21AFF4A02621}"/>
          </ac:spMkLst>
        </pc:spChg>
      </pc:sldChg>
      <pc:sldChg chg="addSp delSp modSp new">
        <pc:chgData name="Закир Гаджиев" userId="bf4f42d1f2cbfb27" providerId="Windows Live" clId="Web-{9B4341DF-3EB8-4996-B7B8-2DDC30D09487}" dt="2022-03-11T00:24:02.316" v="995" actId="14100"/>
        <pc:sldMkLst>
          <pc:docMk/>
          <pc:sldMk cId="3291142076" sldId="262"/>
        </pc:sldMkLst>
        <pc:spChg chg="del">
          <ac:chgData name="Закир Гаджиев" userId="bf4f42d1f2cbfb27" providerId="Windows Live" clId="Web-{9B4341DF-3EB8-4996-B7B8-2DDC30D09487}" dt="2022-03-11T00:18:31.323" v="990"/>
          <ac:spMkLst>
            <pc:docMk/>
            <pc:sldMk cId="3291142076" sldId="262"/>
            <ac:spMk id="2" creationId="{9F0745FB-9ADB-46A6-9B29-37386C6B9A1B}"/>
          </ac:spMkLst>
        </pc:spChg>
        <pc:spChg chg="del">
          <ac:chgData name="Закир Гаджиев" userId="bf4f42d1f2cbfb27" providerId="Windows Live" clId="Web-{9B4341DF-3EB8-4996-B7B8-2DDC30D09487}" dt="2022-03-11T00:23:47.300" v="991"/>
          <ac:spMkLst>
            <pc:docMk/>
            <pc:sldMk cId="3291142076" sldId="262"/>
            <ac:spMk id="3" creationId="{515104CD-F191-49C4-92BC-D0E6677FCC02}"/>
          </ac:spMkLst>
        </pc:spChg>
        <pc:picChg chg="add mod ord">
          <ac:chgData name="Закир Гаджиев" userId="bf4f42d1f2cbfb27" providerId="Windows Live" clId="Web-{9B4341DF-3EB8-4996-B7B8-2DDC30D09487}" dt="2022-03-11T00:24:02.316" v="995" actId="14100"/>
          <ac:picMkLst>
            <pc:docMk/>
            <pc:sldMk cId="3291142076" sldId="262"/>
            <ac:picMk id="4" creationId="{21A67E04-F167-4426-9C4C-F769524D6878}"/>
          </ac:picMkLst>
        </pc:picChg>
      </pc:sldChg>
      <pc:sldChg chg="modSp new">
        <pc:chgData name="Закир Гаджиев" userId="bf4f42d1f2cbfb27" providerId="Windows Live" clId="Web-{9B4341DF-3EB8-4996-B7B8-2DDC30D09487}" dt="2022-03-11T02:31:16.530" v="1339" actId="20577"/>
        <pc:sldMkLst>
          <pc:docMk/>
          <pc:sldMk cId="2303868383" sldId="263"/>
        </pc:sldMkLst>
        <pc:spChg chg="mod">
          <ac:chgData name="Закир Гаджиев" userId="bf4f42d1f2cbfb27" providerId="Windows Live" clId="Web-{9B4341DF-3EB8-4996-B7B8-2DDC30D09487}" dt="2022-03-11T00:24:34.192" v="1000" actId="20577"/>
          <ac:spMkLst>
            <pc:docMk/>
            <pc:sldMk cId="2303868383" sldId="263"/>
            <ac:spMk id="2" creationId="{D886CE68-2D6F-4031-857D-437D91A2C11E}"/>
          </ac:spMkLst>
        </pc:spChg>
        <pc:spChg chg="mod">
          <ac:chgData name="Закир Гаджиев" userId="bf4f42d1f2cbfb27" providerId="Windows Live" clId="Web-{9B4341DF-3EB8-4996-B7B8-2DDC30D09487}" dt="2022-03-11T02:31:16.530" v="1339" actId="20577"/>
          <ac:spMkLst>
            <pc:docMk/>
            <pc:sldMk cId="2303868383" sldId="263"/>
            <ac:spMk id="3" creationId="{2D2B8F5D-3C5B-4185-86A1-B7B01A4D8DB1}"/>
          </ac:spMkLst>
        </pc:spChg>
      </pc:sldChg>
      <pc:sldChg chg="addSp delSp modSp new">
        <pc:chgData name="Закир Гаджиев" userId="bf4f42d1f2cbfb27" providerId="Windows Live" clId="Web-{9B4341DF-3EB8-4996-B7B8-2DDC30D09487}" dt="2022-03-11T02:37:16.604" v="1361" actId="14100"/>
        <pc:sldMkLst>
          <pc:docMk/>
          <pc:sldMk cId="3082855623" sldId="264"/>
        </pc:sldMkLst>
        <pc:spChg chg="del">
          <ac:chgData name="Закир Гаджиев" userId="bf4f42d1f2cbfb27" providerId="Windows Live" clId="Web-{9B4341DF-3EB8-4996-B7B8-2DDC30D09487}" dt="2022-03-11T02:31:29.140" v="1341"/>
          <ac:spMkLst>
            <pc:docMk/>
            <pc:sldMk cId="3082855623" sldId="264"/>
            <ac:spMk id="2" creationId="{356E5570-B391-474F-878A-017E42A3D63F}"/>
          </ac:spMkLst>
        </pc:spChg>
        <pc:spChg chg="del">
          <ac:chgData name="Закир Гаджиев" userId="bf4f42d1f2cbfb27" providerId="Windows Live" clId="Web-{9B4341DF-3EB8-4996-B7B8-2DDC30D09487}" dt="2022-03-11T02:31:36.265" v="1342"/>
          <ac:spMkLst>
            <pc:docMk/>
            <pc:sldMk cId="3082855623" sldId="264"/>
            <ac:spMk id="3" creationId="{0A7F43F1-D136-4E42-92CD-6815E91AE489}"/>
          </ac:spMkLst>
        </pc:spChg>
        <pc:spChg chg="add del mod">
          <ac:chgData name="Закир Гаджиев" userId="bf4f42d1f2cbfb27" providerId="Windows Live" clId="Web-{9B4341DF-3EB8-4996-B7B8-2DDC30D09487}" dt="2022-03-11T02:32:04.547" v="1347"/>
          <ac:spMkLst>
            <pc:docMk/>
            <pc:sldMk cId="3082855623" sldId="264"/>
            <ac:spMk id="6" creationId="{1D01374C-7CD0-4309-9B76-4E4F5D4A94B8}"/>
          </ac:spMkLst>
        </pc:spChg>
        <pc:spChg chg="add del mod">
          <ac:chgData name="Закир Гаджиев" userId="bf4f42d1f2cbfb27" providerId="Windows Live" clId="Web-{9B4341DF-3EB8-4996-B7B8-2DDC30D09487}" dt="2022-03-11T02:34:03.424" v="1352"/>
          <ac:spMkLst>
            <pc:docMk/>
            <pc:sldMk cId="3082855623" sldId="264"/>
            <ac:spMk id="9" creationId="{D81D9613-96B5-4E5A-A56C-C28BC3762FC0}"/>
          </ac:spMkLst>
        </pc:spChg>
        <pc:spChg chg="add del mod">
          <ac:chgData name="Закир Гаджиев" userId="bf4f42d1f2cbfb27" providerId="Windows Live" clId="Web-{9B4341DF-3EB8-4996-B7B8-2DDC30D09487}" dt="2022-03-11T02:34:24.737" v="1354"/>
          <ac:spMkLst>
            <pc:docMk/>
            <pc:sldMk cId="3082855623" sldId="264"/>
            <ac:spMk id="12" creationId="{43AB0867-DB1C-472A-B3E9-7FF14AF4448D}"/>
          </ac:spMkLst>
        </pc:spChg>
        <pc:spChg chg="add del mod">
          <ac:chgData name="Закир Гаджиев" userId="bf4f42d1f2cbfb27" providerId="Windows Live" clId="Web-{9B4341DF-3EB8-4996-B7B8-2DDC30D09487}" dt="2022-03-11T02:35:44.600" v="1356"/>
          <ac:spMkLst>
            <pc:docMk/>
            <pc:sldMk cId="3082855623" sldId="264"/>
            <ac:spMk id="15" creationId="{0B92B975-1891-4331-A8CF-6453BBEE0541}"/>
          </ac:spMkLst>
        </pc:spChg>
        <pc:spChg chg="add del mod">
          <ac:chgData name="Закир Гаджиев" userId="bf4f42d1f2cbfb27" providerId="Windows Live" clId="Web-{9B4341DF-3EB8-4996-B7B8-2DDC30D09487}" dt="2022-03-11T02:37:11.666" v="1358"/>
          <ac:spMkLst>
            <pc:docMk/>
            <pc:sldMk cId="3082855623" sldId="264"/>
            <ac:spMk id="18" creationId="{8722E6EF-3A3C-40F5-B396-4D0EB55EB87A}"/>
          </ac:spMkLst>
        </pc:spChg>
        <pc:picChg chg="add del mod ord">
          <ac:chgData name="Закир Гаджиев" userId="bf4f42d1f2cbfb27" providerId="Windows Live" clId="Web-{9B4341DF-3EB8-4996-B7B8-2DDC30D09487}" dt="2022-03-11T02:31:53.640" v="1346"/>
          <ac:picMkLst>
            <pc:docMk/>
            <pc:sldMk cId="3082855623" sldId="264"/>
            <ac:picMk id="4" creationId="{22C3311F-D696-4DCC-96C6-2F6999062D43}"/>
          </ac:picMkLst>
        </pc:picChg>
        <pc:picChg chg="add del mod ord">
          <ac:chgData name="Закир Гаджиев" userId="bf4f42d1f2cbfb27" providerId="Windows Live" clId="Web-{9B4341DF-3EB8-4996-B7B8-2DDC30D09487}" dt="2022-03-11T02:33:49.627" v="1351"/>
          <ac:picMkLst>
            <pc:docMk/>
            <pc:sldMk cId="3082855623" sldId="264"/>
            <ac:picMk id="7" creationId="{55B03503-B5DD-412A-A762-C3B54BA97FEB}"/>
          </ac:picMkLst>
        </pc:picChg>
        <pc:picChg chg="add del mod ord">
          <ac:chgData name="Закир Гаджиев" userId="bf4f42d1f2cbfb27" providerId="Windows Live" clId="Web-{9B4341DF-3EB8-4996-B7B8-2DDC30D09487}" dt="2022-03-11T02:34:04.065" v="1353"/>
          <ac:picMkLst>
            <pc:docMk/>
            <pc:sldMk cId="3082855623" sldId="264"/>
            <ac:picMk id="10" creationId="{00FF6C03-C035-45B6-BBF2-65E54752CBF4}"/>
          </ac:picMkLst>
        </pc:picChg>
        <pc:picChg chg="add del mod ord">
          <ac:chgData name="Закир Гаджиев" userId="bf4f42d1f2cbfb27" providerId="Windows Live" clId="Web-{9B4341DF-3EB8-4996-B7B8-2DDC30D09487}" dt="2022-03-11T02:35:33.162" v="1355"/>
          <ac:picMkLst>
            <pc:docMk/>
            <pc:sldMk cId="3082855623" sldId="264"/>
            <ac:picMk id="13" creationId="{CFDCB823-E8DE-4BDB-897B-466DB973D779}"/>
          </ac:picMkLst>
        </pc:picChg>
        <pc:picChg chg="add del mod ord">
          <ac:chgData name="Закир Гаджиев" userId="bf4f42d1f2cbfb27" providerId="Windows Live" clId="Web-{9B4341DF-3EB8-4996-B7B8-2DDC30D09487}" dt="2022-03-11T02:35:53.069" v="1357"/>
          <ac:picMkLst>
            <pc:docMk/>
            <pc:sldMk cId="3082855623" sldId="264"/>
            <ac:picMk id="16" creationId="{219A7495-C845-40F5-866A-289AEF35FFB8}"/>
          </ac:picMkLst>
        </pc:picChg>
        <pc:picChg chg="add mod ord">
          <ac:chgData name="Закир Гаджиев" userId="bf4f42d1f2cbfb27" providerId="Windows Live" clId="Web-{9B4341DF-3EB8-4996-B7B8-2DDC30D09487}" dt="2022-03-11T02:37:16.604" v="1361" actId="14100"/>
          <ac:picMkLst>
            <pc:docMk/>
            <pc:sldMk cId="3082855623" sldId="264"/>
            <ac:picMk id="19" creationId="{F1C43ADF-5BA9-4F05-8FDA-17B094DEF9C1}"/>
          </ac:picMkLst>
        </pc:picChg>
      </pc:sldChg>
      <pc:sldChg chg="modSp new">
        <pc:chgData name="Закир Гаджиев" userId="bf4f42d1f2cbfb27" providerId="Windows Live" clId="Web-{9B4341DF-3EB8-4996-B7B8-2DDC30D09487}" dt="2022-03-11T03:19:29.328" v="1629" actId="20577"/>
        <pc:sldMkLst>
          <pc:docMk/>
          <pc:sldMk cId="993282014" sldId="265"/>
        </pc:sldMkLst>
        <pc:spChg chg="mod">
          <ac:chgData name="Закир Гаджиев" userId="bf4f42d1f2cbfb27" providerId="Windows Live" clId="Web-{9B4341DF-3EB8-4996-B7B8-2DDC30D09487}" dt="2022-03-11T02:38:03.901" v="1366" actId="20577"/>
          <ac:spMkLst>
            <pc:docMk/>
            <pc:sldMk cId="993282014" sldId="265"/>
            <ac:spMk id="2" creationId="{C6DE545A-37D6-47A6-9A57-F94C2CFAEDA8}"/>
          </ac:spMkLst>
        </pc:spChg>
        <pc:spChg chg="mod">
          <ac:chgData name="Закир Гаджиев" userId="bf4f42d1f2cbfb27" providerId="Windows Live" clId="Web-{9B4341DF-3EB8-4996-B7B8-2DDC30D09487}" dt="2022-03-11T03:19:29.328" v="1629" actId="20577"/>
          <ac:spMkLst>
            <pc:docMk/>
            <pc:sldMk cId="993282014" sldId="265"/>
            <ac:spMk id="3" creationId="{C0716A1B-1F97-4175-AD96-CE5E96564E15}"/>
          </ac:spMkLst>
        </pc:spChg>
      </pc:sldChg>
      <pc:sldChg chg="addSp delSp modSp new">
        <pc:chgData name="Закир Гаджиев" userId="bf4f42d1f2cbfb27" providerId="Windows Live" clId="Web-{9B4341DF-3EB8-4996-B7B8-2DDC30D09487}" dt="2022-03-11T03:31:54.734" v="1639" actId="14100"/>
        <pc:sldMkLst>
          <pc:docMk/>
          <pc:sldMk cId="2883826927" sldId="266"/>
        </pc:sldMkLst>
        <pc:spChg chg="del">
          <ac:chgData name="Закир Гаджиев" userId="bf4f42d1f2cbfb27" providerId="Windows Live" clId="Web-{9B4341DF-3EB8-4996-B7B8-2DDC30D09487}" dt="2022-03-11T03:31:29.281" v="1631"/>
          <ac:spMkLst>
            <pc:docMk/>
            <pc:sldMk cId="2883826927" sldId="266"/>
            <ac:spMk id="2" creationId="{589CC0EC-837C-4171-9480-D1A6FD88AAB5}"/>
          </ac:spMkLst>
        </pc:spChg>
        <pc:spChg chg="del">
          <ac:chgData name="Закир Гаджиев" userId="bf4f42d1f2cbfb27" providerId="Windows Live" clId="Web-{9B4341DF-3EB8-4996-B7B8-2DDC30D09487}" dt="2022-03-11T03:31:36.328" v="1632"/>
          <ac:spMkLst>
            <pc:docMk/>
            <pc:sldMk cId="2883826927" sldId="266"/>
            <ac:spMk id="3" creationId="{5E73F6BC-80A5-4DEB-AAA9-858EE6DB2008}"/>
          </ac:spMkLst>
        </pc:spChg>
        <pc:picChg chg="add mod ord">
          <ac:chgData name="Закир Гаджиев" userId="bf4f42d1f2cbfb27" providerId="Windows Live" clId="Web-{9B4341DF-3EB8-4996-B7B8-2DDC30D09487}" dt="2022-03-11T03:31:54.734" v="1639" actId="14100"/>
          <ac:picMkLst>
            <pc:docMk/>
            <pc:sldMk cId="2883826927" sldId="266"/>
            <ac:picMk id="4" creationId="{DBB8D784-C606-489A-8496-E7E6DC705E7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10.03.2022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err="1">
                <a:latin typeface="Comic Sans MS"/>
                <a:ea typeface="Calibri Light"/>
                <a:cs typeface="Calibri Light"/>
              </a:rPr>
              <a:t>Sort</a:t>
            </a:r>
            <a:r>
              <a:rPr lang="ru-RU" b="1" dirty="0">
                <a:latin typeface="Comic Sans MS"/>
                <a:ea typeface="Calibri Light"/>
                <a:cs typeface="Calibri Light"/>
              </a:rPr>
              <a:t> </a:t>
            </a:r>
            <a:r>
              <a:rPr lang="ru-RU" b="1" dirty="0" err="1">
                <a:latin typeface="Comic Sans MS"/>
                <a:ea typeface="Calibri Light"/>
                <a:cs typeface="Calibri Light"/>
              </a:rPr>
              <a:t>Alqoritms</a:t>
            </a:r>
            <a:endParaRPr lang="ru-RU" b="1" dirty="0" err="1">
              <a:latin typeface="Comic Sans MS"/>
            </a:endParaRPr>
          </a:p>
        </p:txBody>
      </p:sp>
      <p:pic>
        <p:nvPicPr>
          <p:cNvPr id="4" name="Рисунок 4" descr="Изображение выглядит как текст, коллекция картинок, векторная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77102F7D-B1BC-4DBF-875E-6693716B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5" y="4007643"/>
            <a:ext cx="3288506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E3554-D187-45AD-B85F-1749D273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latin typeface="Comic Sans MS"/>
                <a:ea typeface="Calibri Light"/>
                <a:cs typeface="Calibri Light"/>
              </a:rPr>
              <a:t>Selection</a:t>
            </a:r>
            <a:r>
              <a:rPr lang="ru-RU" b="1" dirty="0">
                <a:latin typeface="Comic Sans MS"/>
                <a:ea typeface="Calibri Light"/>
                <a:cs typeface="Calibri Light"/>
              </a:rPr>
              <a:t> </a:t>
            </a:r>
            <a:r>
              <a:rPr lang="ru-RU" b="1" dirty="0" err="1">
                <a:latin typeface="Comic Sans MS"/>
                <a:ea typeface="Calibri Light"/>
                <a:cs typeface="Calibri Light"/>
              </a:rPr>
              <a:t>Sort</a:t>
            </a:r>
            <a:endParaRPr lang="ru-RU" b="1" dirty="0" err="1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EA0DE4-CBF3-4871-9D4A-326F77D1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latin typeface="Comic Sans MS"/>
              </a:rPr>
              <a:t>Ilk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dövrde</a:t>
            </a:r>
            <a:r>
              <a:rPr lang="ru-RU" dirty="0">
                <a:latin typeface="Comic Sans MS"/>
              </a:rPr>
              <a:t> </a:t>
            </a:r>
            <a:r>
              <a:rPr lang="ru-RU" dirty="0" err="1">
                <a:latin typeface="Comic Sans MS"/>
              </a:rPr>
              <a:t>bütün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massivi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yoxlayıb</a:t>
            </a:r>
            <a:r>
              <a:rPr lang="ru-RU" dirty="0">
                <a:latin typeface="Comic Sans MS"/>
              </a:rPr>
              <a:t> </a:t>
            </a:r>
            <a:r>
              <a:rPr lang="ru-RU" dirty="0" err="1">
                <a:latin typeface="Comic Sans MS"/>
              </a:rPr>
              <a:t>minimal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elementi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tapırıq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ve</a:t>
            </a:r>
            <a:r>
              <a:rPr lang="ru-RU" dirty="0">
                <a:latin typeface="Comic Sans MS"/>
              </a:rPr>
              <a:t> o </a:t>
            </a:r>
            <a:r>
              <a:rPr lang="ru-RU" dirty="0" err="1">
                <a:latin typeface="Comic Sans MS"/>
              </a:rPr>
              <a:t>elementi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massivin</a:t>
            </a:r>
            <a:r>
              <a:rPr lang="ru-RU" dirty="0">
                <a:latin typeface="Comic Sans MS"/>
              </a:rPr>
              <a:t> i=0-cı </a:t>
            </a:r>
            <a:r>
              <a:rPr lang="ru-RU" dirty="0" err="1">
                <a:latin typeface="Comic Sans MS"/>
              </a:rPr>
              <a:t>elementi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ile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deyişirik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ve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ya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minimal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ele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arr</a:t>
            </a:r>
            <a:r>
              <a:rPr lang="ru-RU" dirty="0">
                <a:latin typeface="Comic Sans MS"/>
              </a:rPr>
              <a:t>[0]-</a:t>
            </a:r>
            <a:r>
              <a:rPr lang="ru-RU" dirty="0" err="1">
                <a:latin typeface="Comic Sans MS"/>
              </a:rPr>
              <a:t>dırsa</a:t>
            </a:r>
            <a:r>
              <a:rPr lang="ru-RU" dirty="0">
                <a:latin typeface="Comic Sans MS"/>
              </a:rPr>
              <a:t> </a:t>
            </a:r>
            <a:r>
              <a:rPr lang="ru-RU" dirty="0" err="1">
                <a:latin typeface="Comic Sans MS"/>
              </a:rPr>
              <a:t>keçirik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növbeti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dövre</a:t>
            </a:r>
            <a:endParaRPr lang="ru-RU">
              <a:latin typeface="Comic Sans MS"/>
            </a:endParaRPr>
          </a:p>
          <a:p>
            <a:r>
              <a:rPr lang="ru-RU" dirty="0" err="1">
                <a:latin typeface="Comic Sans MS"/>
              </a:rPr>
              <a:t>Artıq</a:t>
            </a:r>
            <a:r>
              <a:rPr lang="ru-RU" dirty="0">
                <a:latin typeface="Comic Sans MS"/>
              </a:rPr>
              <a:t> i=1-ci </a:t>
            </a:r>
            <a:r>
              <a:rPr lang="ru-RU" dirty="0" err="1">
                <a:latin typeface="Comic Sans MS"/>
              </a:rPr>
              <a:t>massivden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başlayaraq</a:t>
            </a:r>
            <a:r>
              <a:rPr lang="ru-RU" dirty="0">
                <a:latin typeface="Comic Sans MS"/>
              </a:rPr>
              <a:t> </a:t>
            </a:r>
            <a:r>
              <a:rPr lang="ru-RU" dirty="0" err="1">
                <a:latin typeface="Comic Sans MS"/>
              </a:rPr>
              <a:t>bütün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massivi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yoxlayıb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minimal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elementi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tapırıq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ve</a:t>
            </a:r>
            <a:r>
              <a:rPr lang="ru-RU" dirty="0">
                <a:latin typeface="Comic Sans MS"/>
              </a:rPr>
              <a:t> o </a:t>
            </a:r>
            <a:r>
              <a:rPr lang="ru-RU" dirty="0" err="1">
                <a:latin typeface="Comic Sans MS"/>
              </a:rPr>
              <a:t>elementi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massivin</a:t>
            </a:r>
            <a:r>
              <a:rPr lang="ru-RU" dirty="0">
                <a:latin typeface="Comic Sans MS"/>
              </a:rPr>
              <a:t> i=1-ci </a:t>
            </a:r>
            <a:r>
              <a:rPr lang="ru-RU" dirty="0" err="1">
                <a:latin typeface="Comic Sans MS"/>
              </a:rPr>
              <a:t>elementi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ile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deyişirik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ve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ya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minimal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ele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arr</a:t>
            </a:r>
            <a:r>
              <a:rPr lang="ru-RU" dirty="0">
                <a:latin typeface="Comic Sans MS"/>
              </a:rPr>
              <a:t>[1]-</a:t>
            </a:r>
            <a:r>
              <a:rPr lang="ru-RU" dirty="0" err="1">
                <a:latin typeface="Comic Sans MS"/>
              </a:rPr>
              <a:t>dırsa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keçirik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növbeti</a:t>
            </a:r>
            <a:r>
              <a:rPr lang="ru-RU" dirty="0">
                <a:latin typeface="Comic Sans MS"/>
              </a:rPr>
              <a:t> </a:t>
            </a:r>
            <a:r>
              <a:rPr lang="ru-RU" dirty="0" err="1">
                <a:latin typeface="Comic Sans MS"/>
              </a:rPr>
              <a:t>dövre</a:t>
            </a:r>
            <a:r>
              <a:rPr lang="ru-RU" dirty="0">
                <a:latin typeface="Comic Sans MS"/>
              </a:rPr>
              <a:t> ….</a:t>
            </a:r>
          </a:p>
          <a:p>
            <a:r>
              <a:rPr lang="ru-RU" b="1" dirty="0">
                <a:latin typeface="Comic Sans MS"/>
              </a:rPr>
              <a:t>For(i=0;i&lt;arr.length-1;i++) {</a:t>
            </a:r>
          </a:p>
          <a:p>
            <a:pPr marL="0" indent="0">
              <a:buNone/>
            </a:pPr>
            <a:r>
              <a:rPr lang="ru-RU" b="1" dirty="0">
                <a:latin typeface="Comic Sans MS"/>
              </a:rPr>
              <a:t>        For(j=i+1;j&lt;</a:t>
            </a:r>
            <a:r>
              <a:rPr lang="ru-RU" b="1" dirty="0" err="1">
                <a:latin typeface="Comic Sans MS"/>
              </a:rPr>
              <a:t>arr.length;j</a:t>
            </a:r>
            <a:r>
              <a:rPr lang="ru-RU" b="1" dirty="0">
                <a:latin typeface="Comic Sans MS"/>
              </a:rPr>
              <a:t>++)</a:t>
            </a:r>
          </a:p>
        </p:txBody>
      </p:sp>
    </p:spTree>
    <p:extLst>
      <p:ext uri="{BB962C8B-B14F-4D97-AF65-F5344CB8AC3E}">
        <p14:creationId xmlns:p14="http://schemas.microsoft.com/office/powerpoint/2010/main" val="197166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B6B4A597-2241-45B5-9613-6D16ADBA6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602" y="170657"/>
            <a:ext cx="9085921" cy="6006306"/>
          </a:xfrm>
        </p:spPr>
      </p:pic>
    </p:spTree>
    <p:extLst>
      <p:ext uri="{BB962C8B-B14F-4D97-AF65-F5344CB8AC3E}">
        <p14:creationId xmlns:p14="http://schemas.microsoft.com/office/powerpoint/2010/main" val="318297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09583-20E8-4676-8A5A-C805E7B9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 err="1">
                <a:latin typeface="Comic Sans MS"/>
                <a:ea typeface="+mj-lt"/>
                <a:cs typeface="+mj-lt"/>
              </a:rPr>
              <a:t>Bubble</a:t>
            </a:r>
            <a:r>
              <a:rPr lang="ru-RU" sz="4000" b="1" dirty="0">
                <a:latin typeface="Comic Sans MS"/>
                <a:ea typeface="+mj-lt"/>
                <a:cs typeface="+mj-lt"/>
              </a:rPr>
              <a:t> </a:t>
            </a:r>
            <a:r>
              <a:rPr lang="ru-RU" sz="4000" b="1" dirty="0" err="1">
                <a:latin typeface="Comic Sans MS"/>
                <a:ea typeface="+mj-lt"/>
                <a:cs typeface="+mj-lt"/>
              </a:rPr>
              <a:t>Sort</a:t>
            </a:r>
            <a:endParaRPr lang="ru-RU" sz="4000" b="1" dirty="0" err="1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53AAB2-F421-4E0B-AE2A-2088B876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latin typeface="Comic Sans MS"/>
                <a:ea typeface="Calibri"/>
                <a:cs typeface="Calibri"/>
              </a:rPr>
              <a:t>Ilk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dövrde</a:t>
            </a:r>
            <a:r>
              <a:rPr lang="ru-RU" dirty="0">
                <a:latin typeface="Comic Sans MS"/>
                <a:ea typeface="Calibri"/>
                <a:cs typeface="Calibri"/>
              </a:rPr>
              <a:t> i=0-dan </a:t>
            </a:r>
            <a:r>
              <a:rPr lang="ru-RU" dirty="0" err="1">
                <a:latin typeface="Comic Sans MS"/>
                <a:ea typeface="Calibri"/>
                <a:cs typeface="Calibri"/>
              </a:rPr>
              <a:t>başlayaraq</a:t>
            </a:r>
            <a:r>
              <a:rPr lang="ru-RU" dirty="0">
                <a:latin typeface="Comic Sans MS"/>
                <a:ea typeface="Calibri"/>
                <a:cs typeface="Calibri"/>
              </a:rPr>
              <a:t> </a:t>
            </a:r>
            <a:r>
              <a:rPr lang="ru-RU" dirty="0" err="1">
                <a:latin typeface="Comic Sans MS"/>
                <a:ea typeface="Calibri"/>
                <a:cs typeface="Calibri"/>
              </a:rPr>
              <a:t>iki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yan-yana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element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götürüb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yoxlayırıq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eğer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dirty="0">
                <a:latin typeface="Comic Sans MS"/>
                <a:ea typeface="Calibri"/>
                <a:cs typeface="Calibri"/>
              </a:rPr>
              <a:t>[j]&gt;</a:t>
            </a:r>
            <a:r>
              <a:rPr lang="ru-RU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dirty="0">
                <a:latin typeface="Comic Sans MS"/>
                <a:ea typeface="Calibri"/>
                <a:cs typeface="Calibri"/>
              </a:rPr>
              <a:t>[j+1] </a:t>
            </a:r>
            <a:r>
              <a:rPr lang="ru-RU" dirty="0" err="1">
                <a:latin typeface="Comic Sans MS"/>
                <a:ea typeface="Calibri"/>
                <a:cs typeface="Calibri"/>
              </a:rPr>
              <a:t>buların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yerini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deyişirik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ve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bu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cür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massivin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sonuna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kimi</a:t>
            </a:r>
            <a:r>
              <a:rPr lang="ru-RU" dirty="0">
                <a:latin typeface="Comic Sans MS"/>
                <a:ea typeface="Calibri"/>
                <a:cs typeface="Calibri"/>
              </a:rPr>
              <a:t> </a:t>
            </a:r>
            <a:r>
              <a:rPr lang="ru-RU" dirty="0" err="1">
                <a:latin typeface="Comic Sans MS"/>
                <a:ea typeface="Calibri"/>
                <a:cs typeface="Calibri"/>
              </a:rPr>
              <a:t>gedirik</a:t>
            </a:r>
            <a:endParaRPr lang="ru-RU" dirty="0">
              <a:latin typeface="Comic Sans MS"/>
              <a:ea typeface="Calibri"/>
              <a:cs typeface="Calibri"/>
            </a:endParaRPr>
          </a:p>
          <a:p>
            <a:r>
              <a:rPr lang="ru-RU" dirty="0" err="1">
                <a:latin typeface="Comic Sans MS"/>
                <a:ea typeface="Calibri"/>
                <a:cs typeface="Calibri"/>
              </a:rPr>
              <a:t>Ikinci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dövrde</a:t>
            </a:r>
            <a:r>
              <a:rPr lang="ru-RU" dirty="0">
                <a:latin typeface="Comic Sans MS"/>
                <a:ea typeface="Calibri"/>
                <a:cs typeface="Calibri"/>
              </a:rPr>
              <a:t> i=1-den </a:t>
            </a:r>
            <a:r>
              <a:rPr lang="ru-RU" dirty="0" err="1">
                <a:latin typeface="Comic Sans MS"/>
                <a:ea typeface="Calibri"/>
                <a:cs typeface="Calibri"/>
              </a:rPr>
              <a:t>başlayaraq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eyni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prosesi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aparırıq</a:t>
            </a:r>
            <a:endParaRPr lang="ru-RU" dirty="0">
              <a:latin typeface="Comic Sans MS"/>
              <a:ea typeface="Calibri"/>
              <a:cs typeface="Calibri"/>
            </a:endParaRPr>
          </a:p>
          <a:p>
            <a:r>
              <a:rPr lang="ru-RU" dirty="0" err="1">
                <a:latin typeface="Comic Sans MS"/>
                <a:ea typeface="Calibri"/>
                <a:cs typeface="Calibri"/>
              </a:rPr>
              <a:t>Bubble-ninde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Selection-nunda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zamak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çetinliyi</a:t>
            </a:r>
            <a:r>
              <a:rPr lang="ru-RU" dirty="0">
                <a:latin typeface="Comic Sans MS"/>
                <a:ea typeface="Calibri"/>
                <a:cs typeface="Calibri"/>
              </a:rPr>
              <a:t> O(n^2)-</a:t>
            </a:r>
            <a:r>
              <a:rPr lang="ru-RU" dirty="0" err="1">
                <a:latin typeface="Comic Sans MS"/>
                <a:ea typeface="Calibri"/>
                <a:cs typeface="Calibri"/>
              </a:rPr>
              <a:t>la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ifade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olunur</a:t>
            </a:r>
            <a:endParaRPr lang="ru-RU" dirty="0" err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8507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AFA3B0F1-AB6C-476C-9D6C-D8642C871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187" y="218282"/>
            <a:ext cx="8897657" cy="6411118"/>
          </a:xfrm>
        </p:spPr>
      </p:pic>
    </p:spTree>
    <p:extLst>
      <p:ext uri="{BB962C8B-B14F-4D97-AF65-F5344CB8AC3E}">
        <p14:creationId xmlns:p14="http://schemas.microsoft.com/office/powerpoint/2010/main" val="72634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837CA-C15F-431A-A0E5-4F0D96E0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 err="1">
                <a:latin typeface="Comic Sans MS"/>
                <a:ea typeface="+mj-lt"/>
                <a:cs typeface="+mj-lt"/>
              </a:rPr>
              <a:t>Insertion</a:t>
            </a:r>
            <a:r>
              <a:rPr lang="ru-RU" sz="4000" b="1" dirty="0">
                <a:latin typeface="Comic Sans MS"/>
                <a:ea typeface="+mj-lt"/>
                <a:cs typeface="+mj-lt"/>
              </a:rPr>
              <a:t> </a:t>
            </a:r>
            <a:r>
              <a:rPr lang="ru-RU" sz="4000" b="1" dirty="0" err="1">
                <a:latin typeface="Comic Sans MS"/>
                <a:ea typeface="+mj-lt"/>
                <a:cs typeface="+mj-lt"/>
              </a:rPr>
              <a:t>Sort</a:t>
            </a:r>
            <a:endParaRPr lang="ru-RU" sz="4000" b="1" dirty="0" err="1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61F40E-7D27-41A8-BB21-21AFF4A02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latin typeface="Comic Sans MS"/>
                <a:ea typeface="Calibri"/>
                <a:cs typeface="Calibri"/>
              </a:rPr>
              <a:t>Ilk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dövrde</a:t>
            </a:r>
            <a:r>
              <a:rPr lang="ru-RU" dirty="0">
                <a:latin typeface="Comic Sans MS"/>
                <a:ea typeface="Calibri"/>
                <a:cs typeface="Calibri"/>
              </a:rPr>
              <a:t> j=1-ci </a:t>
            </a:r>
            <a:r>
              <a:rPr lang="ru-RU" dirty="0" err="1">
                <a:latin typeface="Comic Sans MS"/>
                <a:ea typeface="Calibri"/>
                <a:cs typeface="Calibri"/>
              </a:rPr>
              <a:t>elementden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başlayır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ve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geriye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doğru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yoxlanılır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yani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dirty="0">
                <a:latin typeface="Comic Sans MS"/>
                <a:ea typeface="Calibri"/>
                <a:cs typeface="Calibri"/>
              </a:rPr>
              <a:t>[j]&lt;</a:t>
            </a:r>
            <a:r>
              <a:rPr lang="ru-RU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dirty="0">
                <a:latin typeface="Comic Sans MS"/>
                <a:ea typeface="Calibri"/>
                <a:cs typeface="Calibri"/>
              </a:rPr>
              <a:t>[j-1] </a:t>
            </a:r>
            <a:r>
              <a:rPr lang="ru-RU" dirty="0" err="1">
                <a:latin typeface="Comic Sans MS"/>
                <a:ea typeface="Calibri"/>
                <a:cs typeface="Calibri"/>
              </a:rPr>
              <a:t>bunların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yerini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deyişirik</a:t>
            </a:r>
            <a:endParaRPr lang="ru-RU">
              <a:latin typeface="Comic Sans MS"/>
              <a:ea typeface="Calibri"/>
              <a:cs typeface="Calibri"/>
            </a:endParaRPr>
          </a:p>
          <a:p>
            <a:r>
              <a:rPr lang="ru-RU" dirty="0" err="1">
                <a:latin typeface="Comic Sans MS"/>
                <a:ea typeface="Calibri"/>
                <a:cs typeface="Calibri"/>
              </a:rPr>
              <a:t>Ikinci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dövrde</a:t>
            </a:r>
            <a:r>
              <a:rPr lang="ru-RU" dirty="0">
                <a:latin typeface="Comic Sans MS"/>
                <a:ea typeface="Calibri"/>
                <a:cs typeface="Calibri"/>
              </a:rPr>
              <a:t> j=2-den </a:t>
            </a:r>
            <a:r>
              <a:rPr lang="ru-RU" dirty="0" err="1">
                <a:latin typeface="Comic Sans MS"/>
                <a:ea typeface="Calibri"/>
                <a:cs typeface="Calibri"/>
              </a:rPr>
              <a:t>başlayırıq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geriye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doğru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yoxlayırıq</a:t>
            </a:r>
            <a:r>
              <a:rPr lang="ru-RU" dirty="0">
                <a:latin typeface="Comic Sans MS"/>
                <a:ea typeface="Calibri"/>
                <a:cs typeface="Calibri"/>
              </a:rPr>
              <a:t>, </a:t>
            </a:r>
            <a:r>
              <a:rPr lang="ru-RU" dirty="0" err="1">
                <a:latin typeface="Comic Sans MS"/>
                <a:ea typeface="Calibri"/>
                <a:cs typeface="Calibri"/>
              </a:rPr>
              <a:t>daha</a:t>
            </a:r>
            <a:r>
              <a:rPr lang="ru-RU" dirty="0">
                <a:latin typeface="Comic Sans MS"/>
                <a:ea typeface="Calibri"/>
                <a:cs typeface="Calibri"/>
              </a:rPr>
              <a:t> </a:t>
            </a:r>
            <a:r>
              <a:rPr lang="ru-RU" dirty="0" err="1">
                <a:latin typeface="Comic Sans MS"/>
                <a:ea typeface="Calibri"/>
                <a:cs typeface="Calibri"/>
              </a:rPr>
              <a:t>sonraki</a:t>
            </a:r>
            <a:r>
              <a:rPr lang="ru-RU" dirty="0">
                <a:latin typeface="Comic Sans MS"/>
                <a:ea typeface="Calibri"/>
                <a:cs typeface="Calibri"/>
              </a:rPr>
              <a:t> </a:t>
            </a:r>
            <a:r>
              <a:rPr lang="ru-RU" dirty="0" err="1">
                <a:latin typeface="Comic Sans MS"/>
                <a:ea typeface="Calibri"/>
                <a:cs typeface="Calibri"/>
              </a:rPr>
              <a:t>dövrlerde</a:t>
            </a:r>
            <a:r>
              <a:rPr lang="ru-RU" dirty="0">
                <a:latin typeface="Comic Sans MS"/>
                <a:ea typeface="Calibri"/>
                <a:cs typeface="Calibri"/>
              </a:rPr>
              <a:t> j=3,4..</a:t>
            </a:r>
          </a:p>
          <a:p>
            <a:r>
              <a:rPr lang="ru-RU" b="1" dirty="0">
                <a:latin typeface="Comic Sans MS"/>
                <a:ea typeface="Calibri"/>
                <a:cs typeface="Calibri"/>
              </a:rPr>
              <a:t>For(i=0;i&lt;</a:t>
            </a:r>
            <a:r>
              <a:rPr lang="ru-RU" b="1" dirty="0" err="1">
                <a:latin typeface="Comic Sans MS"/>
                <a:ea typeface="Calibri"/>
                <a:cs typeface="Calibri"/>
              </a:rPr>
              <a:t>arr.length;i</a:t>
            </a:r>
            <a:r>
              <a:rPr lang="ru-RU" b="1" dirty="0">
                <a:latin typeface="Comic Sans MS"/>
                <a:ea typeface="Calibri"/>
                <a:cs typeface="Calibri"/>
              </a:rPr>
              <a:t>++){</a:t>
            </a:r>
          </a:p>
          <a:p>
            <a:pPr marL="0" indent="0">
              <a:buNone/>
            </a:pPr>
            <a:r>
              <a:rPr lang="ru-RU" b="1" dirty="0">
                <a:latin typeface="Comic Sans MS"/>
                <a:ea typeface="Calibri"/>
                <a:cs typeface="Calibri"/>
              </a:rPr>
              <a:t>       For (j=i+1;j&gt;0;i--){</a:t>
            </a:r>
          </a:p>
          <a:p>
            <a:pPr marL="0" indent="0">
              <a:buNone/>
            </a:pPr>
            <a:r>
              <a:rPr lang="ru-RU" b="1" dirty="0">
                <a:latin typeface="Comic Sans MS"/>
                <a:ea typeface="Calibri"/>
                <a:cs typeface="Calibri"/>
              </a:rPr>
              <a:t>             </a:t>
            </a:r>
            <a:r>
              <a:rPr lang="ru-RU" b="1" dirty="0" err="1">
                <a:latin typeface="Comic Sans MS"/>
                <a:ea typeface="Calibri"/>
                <a:cs typeface="Calibri"/>
              </a:rPr>
              <a:t>If</a:t>
            </a:r>
            <a:r>
              <a:rPr lang="ru-RU" b="1" dirty="0">
                <a:latin typeface="Comic Sans MS"/>
                <a:ea typeface="Calibri"/>
                <a:cs typeface="Calibri"/>
              </a:rPr>
              <a:t>(</a:t>
            </a:r>
            <a:r>
              <a:rPr lang="ru-RU" b="1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b="1" dirty="0">
                <a:latin typeface="Comic Sans MS"/>
                <a:ea typeface="Calibri"/>
                <a:cs typeface="Calibri"/>
              </a:rPr>
              <a:t>[j]&lt;</a:t>
            </a:r>
            <a:r>
              <a:rPr lang="ru-RU" b="1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b="1" dirty="0">
                <a:latin typeface="Comic Sans MS"/>
                <a:ea typeface="Calibri"/>
                <a:cs typeface="Calibri"/>
              </a:rPr>
              <a:t>[j-1])</a:t>
            </a:r>
          </a:p>
          <a:p>
            <a:pPr marL="0" indent="0">
              <a:buNone/>
            </a:pPr>
            <a:r>
              <a:rPr lang="ru-RU" b="1" dirty="0">
                <a:latin typeface="Comic Sans MS"/>
                <a:ea typeface="Calibri"/>
                <a:cs typeface="Calibri"/>
              </a:rPr>
              <a:t>                  </a:t>
            </a:r>
            <a:r>
              <a:rPr lang="ru-RU" b="1" dirty="0" err="1">
                <a:latin typeface="Comic Sans MS"/>
                <a:ea typeface="Calibri"/>
                <a:cs typeface="Calibri"/>
              </a:rPr>
              <a:t>Swap</a:t>
            </a:r>
            <a:r>
              <a:rPr lang="ru-RU" b="1" dirty="0">
                <a:latin typeface="Comic Sans MS"/>
                <a:ea typeface="Calibri"/>
                <a:cs typeface="Calibri"/>
              </a:rPr>
              <a:t>(</a:t>
            </a:r>
            <a:r>
              <a:rPr lang="ru-RU" b="1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b="1" dirty="0">
                <a:latin typeface="Comic Sans MS"/>
                <a:ea typeface="Calibri"/>
                <a:cs typeface="Calibri"/>
              </a:rPr>
              <a:t>[j],</a:t>
            </a:r>
            <a:r>
              <a:rPr lang="ru-RU" b="1" dirty="0" err="1">
                <a:latin typeface="Comic Sans MS"/>
                <a:ea typeface="Calibri"/>
                <a:cs typeface="Calibri"/>
              </a:rPr>
              <a:t>arr</a:t>
            </a:r>
            <a:r>
              <a:rPr lang="ru-RU" b="1" dirty="0">
                <a:latin typeface="Comic Sans MS"/>
                <a:ea typeface="Calibri"/>
                <a:cs typeface="Calibri"/>
              </a:rPr>
              <a:t>[j-1]) }</a:t>
            </a:r>
          </a:p>
        </p:txBody>
      </p:sp>
    </p:spTree>
    <p:extLst>
      <p:ext uri="{BB962C8B-B14F-4D97-AF65-F5344CB8AC3E}">
        <p14:creationId xmlns:p14="http://schemas.microsoft.com/office/powerpoint/2010/main" val="4703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21A67E04-F167-4426-9C4C-F769524D6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197" y="277813"/>
            <a:ext cx="9466574" cy="6494462"/>
          </a:xfrm>
        </p:spPr>
      </p:pic>
    </p:spTree>
    <p:extLst>
      <p:ext uri="{BB962C8B-B14F-4D97-AF65-F5344CB8AC3E}">
        <p14:creationId xmlns:p14="http://schemas.microsoft.com/office/powerpoint/2010/main" val="329114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6CE68-2D6F-4031-857D-437D91A2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 err="1">
                <a:latin typeface="Comic Sans MS"/>
                <a:ea typeface="+mj-lt"/>
                <a:cs typeface="+mj-lt"/>
              </a:rPr>
              <a:t>Merge</a:t>
            </a:r>
            <a:r>
              <a:rPr lang="ru-RU" sz="4000" b="1" dirty="0">
                <a:latin typeface="Comic Sans MS"/>
                <a:ea typeface="+mj-lt"/>
                <a:cs typeface="+mj-lt"/>
              </a:rPr>
              <a:t> </a:t>
            </a:r>
            <a:r>
              <a:rPr lang="ru-RU" sz="4000" b="1" dirty="0" err="1">
                <a:latin typeface="Comic Sans MS"/>
                <a:ea typeface="+mj-lt"/>
                <a:cs typeface="+mj-lt"/>
              </a:rPr>
              <a:t>Sort</a:t>
            </a:r>
            <a:endParaRPr lang="ru-RU" sz="4000" b="1" dirty="0" err="1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2B8F5D-3C5B-4185-86A1-B7B01A4D8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latin typeface="Comic Sans MS"/>
                <a:cs typeface="Calibri"/>
              </a:rPr>
              <a:t>Bu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Sort-un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mentiqi</a:t>
            </a:r>
            <a:r>
              <a:rPr lang="ru-RU" dirty="0">
                <a:latin typeface="Comic Sans MS"/>
                <a:cs typeface="Calibri"/>
              </a:rPr>
              <a:t>: </a:t>
            </a:r>
            <a:r>
              <a:rPr lang="ru-RU" dirty="0" err="1">
                <a:latin typeface="Comic Sans MS"/>
                <a:cs typeface="Calibri"/>
              </a:rPr>
              <a:t>massivi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yarıya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bölüb</a:t>
            </a:r>
            <a:r>
              <a:rPr lang="ru-RU" dirty="0">
                <a:latin typeface="Comic Sans MS"/>
                <a:cs typeface="Calibri"/>
              </a:rPr>
              <a:t> 2 </a:t>
            </a:r>
            <a:r>
              <a:rPr lang="ru-RU" dirty="0" err="1">
                <a:latin typeface="Comic Sans MS"/>
                <a:cs typeface="Calibri"/>
              </a:rPr>
              <a:t>submassiv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alır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ve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sonra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onlarıda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yarıya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bölüb</a:t>
            </a:r>
            <a:r>
              <a:rPr lang="ru-RU" dirty="0">
                <a:latin typeface="Comic Sans MS"/>
                <a:cs typeface="Calibri"/>
              </a:rPr>
              <a:t> 4 </a:t>
            </a:r>
            <a:r>
              <a:rPr lang="ru-RU" dirty="0" err="1">
                <a:latin typeface="Comic Sans MS"/>
                <a:cs typeface="Calibri"/>
              </a:rPr>
              <a:t>submassiv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alır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ve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bu</a:t>
            </a:r>
            <a:r>
              <a:rPr lang="ru-RU" dirty="0">
                <a:latin typeface="Comic Sans MS"/>
                <a:cs typeface="Calibri"/>
              </a:rPr>
              <a:t> </a:t>
            </a:r>
            <a:r>
              <a:rPr lang="ru-RU" dirty="0" err="1">
                <a:latin typeface="Comic Sans MS"/>
                <a:cs typeface="Calibri"/>
              </a:rPr>
              <a:t>bele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devam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edir</a:t>
            </a:r>
            <a:r>
              <a:rPr lang="ru-RU" dirty="0">
                <a:latin typeface="Comic Sans MS"/>
                <a:cs typeface="Calibri"/>
              </a:rPr>
              <a:t> </a:t>
            </a:r>
            <a:r>
              <a:rPr lang="ru-RU" dirty="0" err="1">
                <a:latin typeface="Comic Sans MS"/>
                <a:cs typeface="Calibri"/>
              </a:rPr>
              <a:t>taki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submassiv</a:t>
            </a:r>
            <a:r>
              <a:rPr lang="ru-RU" dirty="0">
                <a:latin typeface="Comic Sans MS"/>
                <a:cs typeface="Calibri"/>
              </a:rPr>
              <a:t> 1 </a:t>
            </a:r>
            <a:r>
              <a:rPr lang="ru-RU" dirty="0" err="1">
                <a:latin typeface="Comic Sans MS"/>
                <a:cs typeface="Calibri"/>
              </a:rPr>
              <a:t>ve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ya</a:t>
            </a:r>
            <a:r>
              <a:rPr lang="ru-RU" dirty="0">
                <a:latin typeface="Comic Sans MS"/>
                <a:cs typeface="Calibri"/>
              </a:rPr>
              <a:t> 2 </a:t>
            </a:r>
            <a:r>
              <a:rPr lang="ru-RU" dirty="0" err="1">
                <a:latin typeface="Comic Sans MS"/>
                <a:cs typeface="Calibri"/>
              </a:rPr>
              <a:t>elementden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ibaret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olana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qeder</a:t>
            </a:r>
            <a:endParaRPr lang="ru-RU">
              <a:latin typeface="Comic Sans MS"/>
              <a:cs typeface="Calibri"/>
            </a:endParaRPr>
          </a:p>
          <a:p>
            <a:r>
              <a:rPr lang="ru-RU" dirty="0">
                <a:cs typeface="Calibri"/>
              </a:rPr>
              <a:t>  </a:t>
            </a:r>
            <a:r>
              <a:rPr lang="ru-RU" dirty="0" err="1">
                <a:latin typeface="Comic Sans MS"/>
                <a:cs typeface="Calibri"/>
              </a:rPr>
              <a:t>Ve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alınan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submassivleri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birleşdirme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emeliyatı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gedir</a:t>
            </a:r>
            <a:r>
              <a:rPr lang="ru-RU" dirty="0">
                <a:latin typeface="Comic Sans MS"/>
                <a:cs typeface="Calibri"/>
              </a:rPr>
              <a:t> </a:t>
            </a:r>
            <a:r>
              <a:rPr lang="ru-RU" dirty="0" err="1">
                <a:latin typeface="Comic Sans MS"/>
                <a:cs typeface="Calibri"/>
              </a:rPr>
              <a:t>bu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Sort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işlemi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başlayır</a:t>
            </a:r>
            <a:r>
              <a:rPr lang="ru-RU" dirty="0">
                <a:latin typeface="Comic Sans MS"/>
                <a:cs typeface="Calibri"/>
              </a:rPr>
              <a:t> :  --</a:t>
            </a:r>
            <a:r>
              <a:rPr lang="ru-RU" dirty="0" err="1">
                <a:latin typeface="Comic Sans MS"/>
                <a:cs typeface="Calibri"/>
              </a:rPr>
              <a:t>bir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sonraki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slayd</a:t>
            </a:r>
            <a:r>
              <a:rPr lang="ru-RU" dirty="0">
                <a:cs typeface="Calibri"/>
              </a:rPr>
              <a:t> </a:t>
            </a:r>
          </a:p>
          <a:p>
            <a:r>
              <a:rPr lang="ru-RU" dirty="0" err="1">
                <a:latin typeface="Comic Sans MS"/>
                <a:cs typeface="Calibri"/>
              </a:rPr>
              <a:t>Merge-Sort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bölme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işlemini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rekursiv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olaraq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aparır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yəni</a:t>
            </a:r>
            <a:r>
              <a:rPr lang="ru-RU" dirty="0">
                <a:latin typeface="Comic Sans MS"/>
                <a:cs typeface="Calibri"/>
              </a:rPr>
              <a:t> </a:t>
            </a:r>
            <a:r>
              <a:rPr lang="ru-RU" dirty="0" err="1">
                <a:latin typeface="Comic Sans MS"/>
                <a:cs typeface="Calibri"/>
              </a:rPr>
              <a:t>öz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koduna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geri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dönüş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edir</a:t>
            </a:r>
            <a:endParaRPr lang="ru-RU">
              <a:latin typeface="Comic Sans M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386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9">
            <a:extLst>
              <a:ext uri="{FF2B5EF4-FFF2-40B4-BE49-F238E27FC236}">
                <a16:creationId xmlns:a16="http://schemas.microsoft.com/office/drawing/2014/main" id="{F1C43ADF-5BA9-4F05-8FDA-17B094DEF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3780" y="263525"/>
            <a:ext cx="10863540" cy="5913438"/>
          </a:xfrm>
        </p:spPr>
      </p:pic>
    </p:spTree>
    <p:extLst>
      <p:ext uri="{BB962C8B-B14F-4D97-AF65-F5344CB8AC3E}">
        <p14:creationId xmlns:p14="http://schemas.microsoft.com/office/powerpoint/2010/main" val="3082855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E545A-37D6-47A6-9A57-F94C2CFA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>
                <a:latin typeface="Comic Sans MS"/>
                <a:ea typeface="+mj-lt"/>
                <a:cs typeface="+mj-lt"/>
              </a:rPr>
              <a:t>Quick </a:t>
            </a:r>
            <a:r>
              <a:rPr lang="ru-RU" sz="4000" b="1" dirty="0" err="1">
                <a:latin typeface="Comic Sans MS"/>
                <a:ea typeface="+mj-lt"/>
                <a:cs typeface="+mj-lt"/>
              </a:rPr>
              <a:t>Sort</a:t>
            </a:r>
            <a:endParaRPr lang="ru-RU" dirty="0" err="1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716A1B-1F97-4175-AD96-CE5E96564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dirty="0" err="1">
                <a:latin typeface="Comic Sans MS"/>
                <a:cs typeface="Calibri"/>
              </a:rPr>
              <a:t>Adınnanda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göründüyü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kimi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süretli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Sort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alqoritmi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sayılır</a:t>
            </a:r>
            <a:r>
              <a:rPr lang="ru-RU" dirty="0">
                <a:latin typeface="Comic Sans MS"/>
                <a:cs typeface="Calibri"/>
              </a:rPr>
              <a:t> , Time </a:t>
            </a:r>
            <a:r>
              <a:rPr lang="ru-RU" dirty="0" err="1">
                <a:latin typeface="Comic Sans MS"/>
                <a:cs typeface="Calibri"/>
              </a:rPr>
              <a:t>Complexsiti-si</a:t>
            </a:r>
            <a:r>
              <a:rPr lang="ru-RU" dirty="0">
                <a:latin typeface="Comic Sans MS"/>
                <a:cs typeface="Calibri"/>
              </a:rPr>
              <a:t> O(N*</a:t>
            </a:r>
            <a:r>
              <a:rPr lang="ru-RU" dirty="0" err="1">
                <a:latin typeface="Comic Sans MS"/>
                <a:cs typeface="Calibri"/>
              </a:rPr>
              <a:t>logN</a:t>
            </a:r>
            <a:r>
              <a:rPr lang="ru-RU" dirty="0">
                <a:latin typeface="Comic Sans MS"/>
                <a:cs typeface="Calibri"/>
              </a:rPr>
              <a:t>)</a:t>
            </a:r>
          </a:p>
          <a:p>
            <a:r>
              <a:rPr lang="ru-RU" dirty="0" err="1">
                <a:latin typeface="Comic Sans MS"/>
                <a:cs typeface="Calibri"/>
              </a:rPr>
              <a:t>Ideyası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ise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beledir</a:t>
            </a:r>
            <a:r>
              <a:rPr lang="ru-RU" dirty="0">
                <a:latin typeface="Comic Sans MS"/>
                <a:cs typeface="Calibri"/>
              </a:rPr>
              <a:t> – </a:t>
            </a:r>
            <a:r>
              <a:rPr lang="ru-RU" dirty="0" err="1">
                <a:latin typeface="Comic Sans MS"/>
                <a:cs typeface="Calibri"/>
              </a:rPr>
              <a:t>massivin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ortasından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bir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element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götürür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ve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diger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elementleri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onunla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müqayise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edir</a:t>
            </a:r>
            <a:r>
              <a:rPr lang="ru-RU" dirty="0">
                <a:latin typeface="Comic Sans MS"/>
                <a:cs typeface="Calibri"/>
              </a:rPr>
              <a:t> -- </a:t>
            </a:r>
            <a:r>
              <a:rPr lang="ru-RU" dirty="0" err="1">
                <a:latin typeface="Comic Sans MS"/>
                <a:cs typeface="Calibri"/>
              </a:rPr>
              <a:t>ondan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kiçik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olan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elementleri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sola</a:t>
            </a:r>
            <a:r>
              <a:rPr lang="ru-RU" dirty="0">
                <a:latin typeface="Comic Sans MS"/>
                <a:cs typeface="Calibri"/>
              </a:rPr>
              <a:t>, </a:t>
            </a:r>
            <a:r>
              <a:rPr lang="ru-RU" dirty="0" err="1">
                <a:latin typeface="Comic Sans MS"/>
                <a:cs typeface="Calibri"/>
              </a:rPr>
              <a:t>böyük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olan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elementleri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ise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sağa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atır</a:t>
            </a:r>
            <a:r>
              <a:rPr lang="ru-RU" dirty="0">
                <a:latin typeface="Comic Sans MS"/>
                <a:cs typeface="Calibri"/>
              </a:rPr>
              <a:t>, </a:t>
            </a:r>
            <a:r>
              <a:rPr lang="ru-RU" dirty="0" err="1">
                <a:latin typeface="Comic Sans MS"/>
                <a:cs typeface="Calibri"/>
              </a:rPr>
              <a:t>yəni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massiv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iki-ye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bölünür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ve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alınan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iki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submassiv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yene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eyni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prosesle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iki-ye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bölünür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submassivlerde</a:t>
            </a:r>
            <a:r>
              <a:rPr lang="ru-RU" dirty="0">
                <a:latin typeface="Comic Sans MS"/>
                <a:cs typeface="Calibri"/>
              </a:rPr>
              <a:t> 1 </a:t>
            </a:r>
            <a:r>
              <a:rPr lang="ru-RU" dirty="0" err="1">
                <a:latin typeface="Comic Sans MS"/>
                <a:cs typeface="Calibri"/>
              </a:rPr>
              <a:t>veya</a:t>
            </a:r>
            <a:r>
              <a:rPr lang="ru-RU" dirty="0">
                <a:latin typeface="Comic Sans MS"/>
                <a:cs typeface="Calibri"/>
              </a:rPr>
              <a:t> 2 </a:t>
            </a:r>
            <a:r>
              <a:rPr lang="ru-RU" dirty="0" err="1">
                <a:latin typeface="Comic Sans MS"/>
                <a:cs typeface="Calibri"/>
              </a:rPr>
              <a:t>element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qalanadek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devam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edir</a:t>
            </a:r>
            <a:endParaRPr lang="ru-RU" dirty="0">
              <a:latin typeface="Comic Sans MS"/>
              <a:cs typeface="Calibri"/>
            </a:endParaRPr>
          </a:p>
          <a:p>
            <a:r>
              <a:rPr lang="ru-RU" dirty="0" err="1">
                <a:latin typeface="Comic Sans MS"/>
                <a:cs typeface="Calibri"/>
              </a:rPr>
              <a:t>Her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defe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massivi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ikiye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bölme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prosesi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rekusiv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olaraq</a:t>
            </a:r>
            <a:r>
              <a:rPr lang="ru-RU" dirty="0">
                <a:latin typeface="Comic Sans MS"/>
                <a:cs typeface="Calibri"/>
              </a:rPr>
              <a:t> </a:t>
            </a:r>
            <a:r>
              <a:rPr lang="ru-RU" dirty="0" err="1">
                <a:latin typeface="Comic Sans MS"/>
                <a:cs typeface="Calibri"/>
              </a:rPr>
              <a:t>tetbiq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olunur</a:t>
            </a:r>
            <a:endParaRPr lang="ru-RU" dirty="0">
              <a:latin typeface="Comic Sans MS"/>
              <a:cs typeface="Calibri"/>
            </a:endParaRPr>
          </a:p>
          <a:p>
            <a:r>
              <a:rPr lang="ru-RU" dirty="0" err="1">
                <a:latin typeface="Comic Sans MS"/>
                <a:cs typeface="Calibri"/>
              </a:rPr>
              <a:t>Ve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daha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sonra</a:t>
            </a:r>
            <a:r>
              <a:rPr lang="ru-RU" dirty="0">
                <a:latin typeface="Comic Sans MS"/>
                <a:cs typeface="Calibri"/>
              </a:rPr>
              <a:t> </a:t>
            </a:r>
            <a:r>
              <a:rPr lang="ru-RU" dirty="0" err="1">
                <a:latin typeface="Comic Sans MS"/>
                <a:cs typeface="Calibri"/>
              </a:rPr>
              <a:t>yaranan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submassivleri</a:t>
            </a:r>
            <a:r>
              <a:rPr lang="ru-RU" dirty="0">
                <a:latin typeface="Comic Sans MS"/>
                <a:cs typeface="Calibri"/>
              </a:rPr>
              <a:t> </a:t>
            </a:r>
            <a:r>
              <a:rPr lang="ru-RU" dirty="0" err="1">
                <a:latin typeface="Comic Sans MS"/>
                <a:cs typeface="Calibri"/>
              </a:rPr>
              <a:t>birleşdirir</a:t>
            </a:r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328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DBB8D784-C606-489A-8496-E7E6DC705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063626"/>
            <a:ext cx="11353800" cy="4506118"/>
          </a:xfrm>
        </p:spPr>
      </p:pic>
    </p:spTree>
    <p:extLst>
      <p:ext uri="{BB962C8B-B14F-4D97-AF65-F5344CB8AC3E}">
        <p14:creationId xmlns:p14="http://schemas.microsoft.com/office/powerpoint/2010/main" val="28838269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Sort Alqoritms</vt:lpstr>
      <vt:lpstr>Selection Sort</vt:lpstr>
      <vt:lpstr>Презентация PowerPoint</vt:lpstr>
      <vt:lpstr>Bubble Sort</vt:lpstr>
      <vt:lpstr>Презентация PowerPoint</vt:lpstr>
      <vt:lpstr>Insertion Sort</vt:lpstr>
      <vt:lpstr>Презентация PowerPoint</vt:lpstr>
      <vt:lpstr>Merge Sort</vt:lpstr>
      <vt:lpstr>Презентация PowerPoint</vt:lpstr>
      <vt:lpstr>Quick Sort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401</cp:revision>
  <dcterms:created xsi:type="dcterms:W3CDTF">2022-03-10T22:55:30Z</dcterms:created>
  <dcterms:modified xsi:type="dcterms:W3CDTF">2022-03-11T03:31:56Z</dcterms:modified>
</cp:coreProperties>
</file>